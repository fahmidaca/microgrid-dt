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37160" cy="35661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Microgrid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0">
                <a:solidFill>
                  <a:srgbClr val="2A9D8F"/>
                </a:solidFill>
                <a:latin typeface="Calibri"/>
              </a:rPr>
              <a:t>Stability, Power Quality, 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E9C46A"/>
                </a:solidFill>
                <a:latin typeface="Calibri"/>
              </a:rPr>
              <a:t>Condensed progress report  -  CSE + EEE sides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4F1DE"/>
                </a:solidFill>
                <a:latin typeface="Calibri"/>
              </a:rPr>
              <a:t>Target venues:  IEEE Trans. Smart Grid (Q1, IF~10)  |  Applied Energy (Q1, IF~11)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E9C46A"/>
                </a:solidFill>
                <a:latin typeface="Consolas"/>
              </a:rPr>
              <a:t>github.com/Fahmidaca/microgrid-dt-1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The problem  +  project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234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  <a:latin typeface="Calibri"/>
              </a:rPr>
              <a:t>5 questions this project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Is the microgrid stable right now?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How much can we trust the model that says yes?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Will THD breach IEEE 519's 5 % limit in the next 5-30 minutes?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Do renewable-heavy scenarios pass IEEE 519 without help?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Can an AI controller beat a fixed control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76F51"/>
                </a:solidFill>
                <a:latin typeface="Calibri"/>
              </a:rPr>
              <a:t>Two halves that meet in the middle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2606040" cy="320040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CSE / ML SIDE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UCI Grid Stability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5 models x 5 seeds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MLP  96.05 %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tau-robustness margin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(new metric)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Synthetic 50k dataset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Compliance + forecasting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91640"/>
            <a:ext cx="2606040" cy="320040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EEE / PHYSICS SIDE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50 Hz / 230 V microgrid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6-pulse rectifier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SRF Active Power Filter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FFT THD analyzer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Battery ageing + BDT cost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IEEE 14-bus study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10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1064240" cy="100584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300" b="1">
                <a:solidFill>
                  <a:srgbClr val="E9C46A"/>
                </a:solidFill>
              </a:rPr>
              <a:t>MEETING POINT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EEE compliance table has an "AI-Optimized Control" scenario. That AI is the CSE side's trained ML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Problem +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Part 1  -  UCI Grid Stability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Schafer 2016  -  10,000 snapshots of a 4-bus decentralised grid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12 features (tau1..4, p1..4, g1..4)  -  binary stable/unstable label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Peer-reviewed, still cited in 2024-25 (benchmarks don't expire)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5 classifiers (LogReg, RF, HistGB, XGBoost, MLP)  x  5 seeds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80/20 stratified split, deterministic seeds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Paired McNemar + Holm-Bonferroni + bootstrap 95 % CI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All 10 pairwise differences significant at p &lt;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Results  (mean over 5 seeds)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6002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MLP 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96.05 %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[95.65, 96.43]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95.72 %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HistGB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94.72 %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[94.28, 95.13]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94.24 %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94.39 %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[93.92, 94.83]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93.87 %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92.16 %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[91.64, 92.70]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91.38 %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81.50 %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[80.72, 82.29]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79.58 %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4114800"/>
            <a:ext cx="51206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76F51"/>
                </a:solidFill>
                <a:latin typeface="Calibri"/>
              </a:rPr>
              <a:t>MLP wins on accuracy - but that is only half the story.  The other half (tau-robustness margin) is on the next slide.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UCI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Novel contribution  -  tau-robustness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23444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  <a:latin typeface="Calibri"/>
              </a:rPr>
              <a:t>What we defined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For each correctly-classified test point, binary-search the smallest reaction-time perturbation that flips the prediction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16 sign patterns on tau1..tau4, clipped to [0.5, 10] s (L_inf norm)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Result: per-sample safety buffer  -  no prior paper reports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76F51"/>
                </a:solidFill>
                <a:latin typeface="Calibri"/>
              </a:rPr>
              <a:t>Key insight  -  accuracy !=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MLP:  highest accuracy (96 %)  BUT smallest tau-margin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LogReg:  lowest accuracy (81.5 %)  BUT largest margin  (stable 1.33 s / unstable 2.12 s)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Prior accuracy-only reports hide this trade-off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'More accurate' != 'more deployable' - the publishable insight</a:t>
            </a:r>
          </a:p>
        </p:txBody>
      </p:sp>
      <p:pic>
        <p:nvPicPr>
          <p:cNvPr id="9" name="Picture 8" descr="02_margi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93776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Novel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Part 2  -  synthetic Bangladesh microgrid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A9D8F"/>
                </a:solidFill>
                <a:latin typeface="Calibri"/>
              </a:rPr>
              <a:t>50,000 rows  x  50 columns  |  34 days  |  1 sample per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64653"/>
                </a:solidFill>
                <a:latin typeface="Calibri"/>
              </a:rPr>
              <a:t>50 columns in 12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Time (3), Environment (4), Voltage (4), Current (4)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Power (4), Frequency (3), Harmonics (6), Renewables (3)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Storage (6), Load (2), Mode flags (5), Labels + cost + watermark (6)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Physics-informed:  PV = f(irradiance, NOCT temp),  wind = f(speed^3)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THD grows with RE penetration + nonlinear load,  falls with ESS + AI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5120640" cy="274320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/>
            <a:r>
              <a:rPr sz="1400" b="1">
                <a:solidFill>
                  <a:srgbClr val="FFFFFF"/>
                </a:solidFill>
              </a:rPr>
              <a:t>IMPORTANT  -  pipeline testing only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Every row watermarked with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     source = SYNTHETIC_GENERATOR_v1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Before publication, real Simulink output from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the EEE side's IEEE 14-bus model will replace it.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(Faisal Sir: fabricated data is a top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 research-integrity violation.)</a:t>
            </a:r>
          </a:p>
        </p:txBody>
      </p:sp>
      <p:pic>
        <p:nvPicPr>
          <p:cNvPr id="9" name="Picture 8" descr="03_dai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63440"/>
            <a:ext cx="3543300" cy="1417320"/>
          </a:xfrm>
          <a:prstGeom prst="rect">
            <a:avLst/>
          </a:prstGeom>
        </p:spPr>
      </p:pic>
      <p:pic>
        <p:nvPicPr>
          <p:cNvPr id="10" name="Picture 9" descr="04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663440"/>
            <a:ext cx="1619794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Synthetic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Downstream ML on the synthetic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IEEE 519 compliance  (PASS / MARGINAL / FAIL)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43 features  |  V-THD &amp; harmonics dropped as leakage  |  5 models x 5 seeds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XGBoost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99.82 %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99.55 %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99.81 %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99.41 %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HistGB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99.79 %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99.36 %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99.67 %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98.90 %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99.18 %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97.20 %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297680"/>
            <a:ext cx="5760720" cy="17373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Honest note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Numbers are too clean - synthetic physics is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deterministic, so features like RE penetration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essentially determine the label.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Real Simulink data will drop accuracies into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the 85-92 % range  -  a better paper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Multi-horizon V-THD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30-min lookback  -&gt;  predict at 5 / 15 / 30 min ahead  |  chronological split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965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 (5 min)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EW-F1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-0.67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0.088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+0.15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LSTM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+0.16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+0.16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0" y="4297680"/>
            <a:ext cx="5486400" cy="17373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Honest note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Deep models beat persistence by 30 % on RMSE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-  the pipeline extracts real signal.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BUT early-warning F1 = 0 (breaches are only 2 %,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MSE hugs the mean).  Next step:  binary breach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classification with class-weighted loss.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Downstream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EEE physics simulation  +  the bridge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Bangladesh PV microgrid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3-phase 50 Hz / 230 V + 6-pulse rectifier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SRF Active Power Filter + FFT THD analyzer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Battery ageing + BDT cost twin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Runs in MATLAB Simulink AND Python (same math)</a:t>
            </a:r>
          </a:p>
        </p:txBody>
      </p:sp>
      <p:pic>
        <p:nvPicPr>
          <p:cNvPr id="7" name="Picture 6" descr="02_thd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669280" cy="2267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76F51"/>
                </a:solidFill>
                <a:latin typeface="Calibri"/>
              </a:rPr>
              <a:t>Result:  THD_i  27.1 %  -&gt;  2.1 %  when APF turns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How the two halves meet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64653"/>
                </a:solidFill>
                <a:latin typeface="Calibri"/>
              </a:rPr>
              <a:t>The EEE compliance table has a scenario called 'AI-Optimized Control' that achieves the best THD.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5120640" cy="109728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500">
                <a:solidFill>
                  <a:srgbClr val="E9C46A"/>
                </a:solidFill>
                <a:latin typeface="Calibri"/>
              </a:rPr>
              <a:t>That AI is the CSE side's</a:t>
            </a:r>
          </a:p>
          <a:p>
            <a:pPr algn="l"/>
            <a:r>
              <a:rPr sz="1500">
                <a:solidFill>
                  <a:srgbClr val="E9C46A"/>
                </a:solidFill>
                <a:latin typeface="Calibri"/>
              </a:rPr>
              <a:t>trained ML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64653"/>
                </a:solidFill>
                <a:latin typeface="Calibri"/>
              </a:rPr>
              <a:t>•  Without the bridge = two boring papers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264653"/>
                </a:solidFill>
                <a:latin typeface="Calibri"/>
              </a:rPr>
              <a:t>•  With the bridge = one interdisciplinary paper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264653"/>
                </a:solidFill>
                <a:latin typeface="Calibri"/>
              </a:rPr>
              <a:t>•  The ML controls the physical microgrid,  Simulink physics validates it beats fixed control laws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264653"/>
                </a:solidFill>
                <a:latin typeface="Calibri"/>
              </a:rPr>
              <a:t>•  Unlocks Q1 venues instead of two mid-tier 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EEE +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Honesty  +  gaps  +  thanks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9C46A"/>
                </a:solidFill>
                <a:latin typeface="Calibri"/>
              </a:rPr>
              <a:t>Honesty notes  -  what we do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UCI is static  -  no 'early warning' claim on it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No claim of transfer to real PMU / SCADA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Tau-margin is a decision property, not a grid guarantee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Synthetic dataset carries a watermark; not for publication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Forecaster's zero early-warning F1 is a real limitation,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What still needs to happen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CSE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Binary breach classifier with class-weighted loss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Multi-seed + bootstrap CI on forecasting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Reproducibility audit on synthetic side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Draft the LaTeX manuscript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EEE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39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Finish IEEE 14-bus parametric-study runs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Formal Schafer 2016 reproduction on 4-bus model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F4F1DE"/>
                </a:solidFill>
                <a:latin typeface="Calibri"/>
              </a:rPr>
              <a:t>•  Send real .slx output to replace synthetic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1064240" cy="10515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Thanks  -  questions welcome</a:t>
            </a:r>
          </a:p>
          <a:p>
            <a:pPr algn="ctr"/>
            <a:r>
              <a:rPr sz="1300">
                <a:solidFill>
                  <a:srgbClr val="E9C46A"/>
                </a:solidFill>
                <a:latin typeface="Consolas"/>
              </a:rPr>
              <a:t>github.com/Fahmidaca/microgrid-dt-1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Wrap-up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